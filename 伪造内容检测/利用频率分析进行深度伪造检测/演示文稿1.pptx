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57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4D6B7-D0DB-1944-7516-5064A35BC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7EFBB8-803B-8BFB-4F14-FA06568DA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AB679-556D-4EDC-EAE2-EC6A48A6A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BB9905-20BF-A257-EF0A-45BA7C9BF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3DC5A8-1CED-39DB-05F0-F16923F11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673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696815-F0C3-250B-FB1F-FF03F5F7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91950-18FA-7AB7-FE5C-D8DEFA4D1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EFAB0A-9FDA-BA09-9F45-8491F295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5CBE10-4D8E-2318-B176-F800D1FB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A8A1E8-469D-C1F6-B82B-D10EA877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671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AA780-717A-83D8-8037-50021DDB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FC57AF-2BB3-8E1E-9040-67A4D1D85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0B2D69-8F20-FA68-85E0-FA6D90BA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CC26D-B22E-77D9-FCD7-21D090C07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07A468-A0DB-7357-74C9-7F872C73F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697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C1DCE-94B8-774B-2DD2-5984208A4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844E01-E9EA-1BB3-A019-EF0AEF533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09AA52-389B-C4CE-06DE-4719550C7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19D934-AA5E-06A8-619B-B6BE012F0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2C3133-137D-3389-29E4-FD478803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1AB08F-CA9E-EC80-EAA9-C8545158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844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E221D-92C5-AEEA-80EA-2D4E75B8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DBCBE0-32D0-52C3-72DF-0A07503CD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E9FD7E-BE96-66DC-74E8-924D59577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D9B91B-3E98-4D08-751E-A876B36A2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283145-F156-7F9E-9C82-F336241F2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FC7275-348A-6A55-AF17-2F351BEB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131131-694C-D5C5-3BFE-B6B7E319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DCAA8B-A91D-DFC2-1BC2-8A6BAB05C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637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714C39-5809-CC7C-7932-4F88B3B5C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6E381E-82F5-CF56-3202-D7FB660C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563C88-49E9-ECF5-C0A4-14D563C4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EEA810-4E95-F87D-6ABD-755C1D58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00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A9A0F5-D365-9533-B0A3-8986EFD1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22063C-1998-E045-56D0-822A9B9C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438551-4A12-25C5-BEC5-AA21B08C7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87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097B79-AFAD-AAD0-4E1C-EB100609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D38FBD-A98C-647A-DCE2-A06899675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734998-FC81-5720-3C35-8F66743E6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653B57-3476-9671-C800-3674D6CE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2775BB-C4F9-FC08-4067-1E0E73B1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FF2BAF-E922-DB7C-EE0D-8AC9842A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07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8D129C-46C5-5C8A-8281-24F906D5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42C8FB-EE41-BF76-0E62-08DE206CB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8D2620-CFD7-DB88-4AED-1AA877568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39FA0EA-E983-D321-FACE-40CDAB518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63BFEC-4FAF-B619-9B91-5F6B7653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1FB70E-4C97-1C9C-CE22-BBE8F4A6B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354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09C20D-B703-2F5D-636A-581931F38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66F0CB-A8AA-640C-7732-696E140F6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A003BA-682E-E6A2-986B-97B6DA00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7E4AC7-28AD-5EEB-ACF9-E8A2F2EA2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4F4D8D-CE1A-997E-7959-427144E76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50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F23C769-911D-3A81-E71C-0F8334CDE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3C56CE-33DA-3663-B493-EB0C2248A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19D5CC-B2A3-CD4A-B28C-663160F1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243A5E-2B35-64C6-FD3A-A5A5D57F5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772B0E-D60C-FC2F-3082-AF5B601A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851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C3F3BF-C12F-1D91-8C3A-91C7BD479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B86ED6-BF4F-EE85-DD6A-7C8794F4D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E48724-BD9E-CCC0-9FC6-E558127C0F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2135D-F588-41C2-95D9-78191EBA8F29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75345-A785-7382-0488-6694025F7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336CB8-5EA4-EEF3-6528-B25072F7B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9F621-12B7-447E-919F-B10184F5F8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711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1F71CE0-6CF9-40EA-742A-FFFD80D22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831" y="1524000"/>
            <a:ext cx="36004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753A476-53DB-B978-A4C7-FB021E642AD5}"/>
              </a:ext>
            </a:extLst>
          </p:cNvPr>
          <p:cNvSpPr txBox="1"/>
          <p:nvPr/>
        </p:nvSpPr>
        <p:spPr>
          <a:xfrm>
            <a:off x="2068831" y="1066800"/>
            <a:ext cx="3862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Model</a:t>
            </a:r>
            <a:r>
              <a:rPr lang="zh-CN" altLang="en-US" sz="2000" b="1"/>
              <a:t>架构</a:t>
            </a:r>
            <a:endParaRPr lang="zh-CN" altLang="en-US" sz="20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5EA6FA-FD43-4999-109B-FA2F46A61FFB}"/>
              </a:ext>
            </a:extLst>
          </p:cNvPr>
          <p:cNvSpPr txBox="1"/>
          <p:nvPr/>
        </p:nvSpPr>
        <p:spPr>
          <a:xfrm>
            <a:off x="906781" y="317500"/>
            <a:ext cx="38620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基于频率识别深度伪造图片</a:t>
            </a:r>
          </a:p>
        </p:txBody>
      </p:sp>
    </p:spTree>
    <p:extLst>
      <p:ext uri="{BB962C8B-B14F-4D97-AF65-F5344CB8AC3E}">
        <p14:creationId xmlns:p14="http://schemas.microsoft.com/office/powerpoint/2010/main" val="106678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FE99D5A-9246-3531-B1A4-B00A938EB290}"/>
              </a:ext>
            </a:extLst>
          </p:cNvPr>
          <p:cNvSpPr txBox="1"/>
          <p:nvPr/>
        </p:nvSpPr>
        <p:spPr>
          <a:xfrm>
            <a:off x="1352550" y="1066800"/>
            <a:ext cx="269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DCT—</a:t>
            </a:r>
            <a:r>
              <a:rPr lang="zh-CN" altLang="en-US" b="1" dirty="0"/>
              <a:t>离散余弦变化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099578-998C-9FAE-FFE5-9AF1E32B8A1E}"/>
              </a:ext>
            </a:extLst>
          </p:cNvPr>
          <p:cNvSpPr txBox="1"/>
          <p:nvPr/>
        </p:nvSpPr>
        <p:spPr>
          <a:xfrm>
            <a:off x="6013450" y="1606550"/>
            <a:ext cx="327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传统</a:t>
            </a:r>
            <a:r>
              <a:rPr lang="en-US" altLang="zh-CN" dirty="0" err="1"/>
              <a:t>fack</a:t>
            </a:r>
            <a:r>
              <a:rPr lang="zh-CN" altLang="en-US" dirty="0"/>
              <a:t>方法采用手工特征提取和隐写读取的方法。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E12BED-30A5-2E87-A92D-31E618197243}"/>
              </a:ext>
            </a:extLst>
          </p:cNvPr>
          <p:cNvSpPr txBox="1"/>
          <p:nvPr/>
        </p:nvSpPr>
        <p:spPr>
          <a:xfrm>
            <a:off x="1352550" y="2514600"/>
            <a:ext cx="269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基于频率进行深度伪造识别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91EB5C-B7CB-DED0-3FA2-5B16B5E4C46E}"/>
              </a:ext>
            </a:extLst>
          </p:cNvPr>
          <p:cNvSpPr txBox="1"/>
          <p:nvPr/>
        </p:nvSpPr>
        <p:spPr>
          <a:xfrm>
            <a:off x="1397000" y="3293249"/>
            <a:ext cx="3270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对全局进行</a:t>
            </a:r>
            <a:r>
              <a:rPr lang="en-US" altLang="zh-CN" dirty="0"/>
              <a:t>DCT</a:t>
            </a:r>
            <a:r>
              <a:rPr lang="zh-CN" altLang="en-US" dirty="0"/>
              <a:t>计算 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全局视角发现并分析</a:t>
            </a:r>
            <a:r>
              <a:rPr lang="en-US" altLang="zh-CN" dirty="0"/>
              <a:t>GAN</a:t>
            </a:r>
            <a:r>
              <a:rPr lang="zh-CN" altLang="en-US" dirty="0"/>
              <a:t>生成图像在频率域中存在的系统性、结构性的缺陷。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55A50A-FDEA-2D83-9EB7-F42AC79BA2AF}"/>
              </a:ext>
            </a:extLst>
          </p:cNvPr>
          <p:cNvSpPr txBox="1"/>
          <p:nvPr/>
        </p:nvSpPr>
        <p:spPr>
          <a:xfrm>
            <a:off x="5397500" y="2739666"/>
            <a:ext cx="323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检测原理</a:t>
            </a:r>
            <a:endParaRPr lang="en-US" altLang="zh-CN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B8FA35-F613-E027-E731-D95E1F0B3FAB}"/>
              </a:ext>
            </a:extLst>
          </p:cNvPr>
          <p:cNvSpPr txBox="1"/>
          <p:nvPr/>
        </p:nvSpPr>
        <p:spPr>
          <a:xfrm>
            <a:off x="1549400" y="1720850"/>
            <a:ext cx="3270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使用</a:t>
            </a:r>
            <a:r>
              <a:rPr lang="en-US" altLang="zh-CN" dirty="0"/>
              <a:t>DCT</a:t>
            </a:r>
            <a:r>
              <a:rPr lang="zh-CN" altLang="en-US" dirty="0"/>
              <a:t>判断图片重要部分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对不重要部分进行有损压缩</a:t>
            </a:r>
          </a:p>
        </p:txBody>
      </p:sp>
      <p:pic>
        <p:nvPicPr>
          <p:cNvPr id="11" name="图片 10" descr="文本, 信件&#10;&#10;AI 生成的内容可能不正确。">
            <a:extLst>
              <a:ext uri="{FF2B5EF4-FFF2-40B4-BE49-F238E27FC236}">
                <a16:creationId xmlns:a16="http://schemas.microsoft.com/office/drawing/2014/main" id="{04995BF0-46AF-AB64-2A58-4A440F373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476" y="3327299"/>
            <a:ext cx="5234524" cy="127782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396FF8F-2F1B-6F5E-8780-38D9BFA35F58}"/>
              </a:ext>
            </a:extLst>
          </p:cNvPr>
          <p:cNvSpPr txBox="1"/>
          <p:nvPr/>
        </p:nvSpPr>
        <p:spPr>
          <a:xfrm>
            <a:off x="6165850" y="1314450"/>
            <a:ext cx="323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背景</a:t>
            </a:r>
          </a:p>
        </p:txBody>
      </p:sp>
      <p:pic>
        <p:nvPicPr>
          <p:cNvPr id="16" name="图片 15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678489A8-2384-A899-BD35-0F5A44F70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67" y="5065601"/>
            <a:ext cx="12107965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50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34761</TotalTime>
  <Words>83</Words>
  <Application>Microsoft Office PowerPoint</Application>
  <PresentationFormat>宽屏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23 1</dc:creator>
  <cp:lastModifiedBy>23 1</cp:lastModifiedBy>
  <cp:revision>2</cp:revision>
  <dcterms:created xsi:type="dcterms:W3CDTF">2025-12-17T09:02:40Z</dcterms:created>
  <dcterms:modified xsi:type="dcterms:W3CDTF">2026-01-10T12:23:41Z</dcterms:modified>
</cp:coreProperties>
</file>